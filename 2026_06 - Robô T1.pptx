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matic SC"/>
      <p:regular r:id="rId13"/>
      <p:bold r:id="rId14"/>
    </p:embeddedFont>
    <p:embeddedFont>
      <p:font typeface="Source Code Pr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maticSC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regular.fntdata"/><Relationship Id="rId14" Type="http://schemas.openxmlformats.org/officeDocument/2006/relationships/font" Target="fonts/AmaticSC-bold.fntdata"/><Relationship Id="rId17" Type="http://schemas.openxmlformats.org/officeDocument/2006/relationships/font" Target="fonts/SourceCodePro-italic.fntdata"/><Relationship Id="rId16" Type="http://schemas.openxmlformats.org/officeDocument/2006/relationships/font" Target="fonts/SourceCode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SourceCodePr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8a3b7ec5c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8a3b7ec5c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19fe6e24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19fe6e24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1a178c5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1a178c5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19fe6e24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19fe6e24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a3b7ec5cc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a3b7ec5c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19fe6e24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19fe6e24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Liga Acadêmica de Robótica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</a:t>
            </a:r>
            <a:r>
              <a:rPr lang="en"/>
              <a:t>ô T1</a:t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850" y="483763"/>
            <a:ext cx="2487525" cy="24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logo-pbot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225" y="483775"/>
            <a:ext cx="2535224" cy="253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Rob</a:t>
            </a:r>
            <a:r>
              <a:rPr lang="en"/>
              <a:t>ô T1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228675"/>
            <a:ext cx="51930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rob</a:t>
            </a:r>
            <a:r>
              <a:rPr lang="en"/>
              <a:t>ô modelo T1 é feito pela empresa chinesa Booster Robotics e é um robô de ‘propósito geral’, usado na prática principalmente para entretenimento.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 empresa disponibiliza um software para o modelo jogar futebol de maneira autônoma.</a:t>
            </a:r>
            <a:endParaRPr/>
          </a:p>
        </p:txBody>
      </p:sp>
      <p:pic>
        <p:nvPicPr>
          <p:cNvPr id="65" name="Google Shape;65;p14" title="WhatsApp Image 2026-06-19 at 17.30.4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1176" y="693750"/>
            <a:ext cx="2445201" cy="4347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Detalhes do hardware externo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28675"/>
            <a:ext cx="4097100" cy="39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 rob</a:t>
            </a:r>
            <a:r>
              <a:rPr lang="en"/>
              <a:t>ô possui 23 graus de liberdade (DoFs / articulações)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Pesa cerca de 40kg e mede cerca 1,20 de altura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Possui como sensores externos duas câmeras localizadas na cabeça (uma em cada ‘olho’)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Não possui dedos</a:t>
            </a:r>
            <a:endParaRPr/>
          </a:p>
        </p:txBody>
      </p:sp>
      <p:pic>
        <p:nvPicPr>
          <p:cNvPr id="72" name="Google Shape;72;p15" title="img_v3_02rm_1f598590-87f8-4e3b-b94c-0d6071d3c1b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550" y="1201275"/>
            <a:ext cx="3547368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Detalhes do hardware externo</a:t>
            </a:r>
            <a:endParaRPr/>
          </a:p>
        </p:txBody>
      </p:sp>
      <p:pic>
        <p:nvPicPr>
          <p:cNvPr id="78" name="Google Shape;78;p16" title="IMG_20251125_184525-copi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800" y="1246250"/>
            <a:ext cx="2808637" cy="374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IMG_20251125_221225 (cópia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0562" y="1246250"/>
            <a:ext cx="2808637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Detalhes do hardware interno</a:t>
            </a:r>
            <a:endParaRPr/>
          </a:p>
        </p:txBody>
      </p:sp>
      <p:pic>
        <p:nvPicPr>
          <p:cNvPr id="85" name="Google Shape;85;p17" title="hardware-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550" y="1093850"/>
            <a:ext cx="5432900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 uma partida</a:t>
            </a:r>
            <a:r>
              <a:rPr lang="en"/>
              <a:t>  do futebol de robôs?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236075"/>
            <a:ext cx="46110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Uma partida é disputada por duas equipes com três jogadores cada, podendo um deles ser o goleiro.</a:t>
            </a:r>
            <a:endParaRPr sz="13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O jogo segue regras específicas, porém adaptadas do futebol convencional.</a:t>
            </a:r>
            <a:endParaRPr sz="13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Uma vez que a partida é iniciada, não deve mais haver interação humana, i.e., os robôs devem ser capazes de conduzir o jogo de maneira autônoma.</a:t>
            </a:r>
            <a:endParaRPr sz="13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Uma partida tem duração pré-definida de 2 tempos de 10 minutos.</a:t>
            </a:r>
            <a:endParaRPr sz="13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92" name="Google Shape;92;p18" title="IMG_aiexperience_20251030_11461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325" y="1461062"/>
            <a:ext cx="3853624" cy="2890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 do software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 title="arquitetu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1650" y="974225"/>
            <a:ext cx="6040701" cy="41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